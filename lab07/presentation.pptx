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№7: Анализ файловой системы Linux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LISSOM BAYEM ODILLON NATHANAEL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Ознакомиться с файловой системой Linux</a:t>
            </a:r>
          </a:p>
          <a:p>
            <a:pPr lvl="0"/>
            <a:r>
              <a:rPr/>
              <a:t>Освоить команды для работы с файлами и каталогами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Основные команды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Команда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Назначение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touch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Создание пустого файла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Просмотр содержимого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less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Постраничный просмотр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head</a:t>
                      </a:r>
                      <a:r>
                        <a:rPr/>
                        <a:t> / </a:t>
                      </a:r>
                      <a:r>
                        <a:rPr>
                          <a:latin typeface="Courier"/>
                        </a:rPr>
                        <a:t>tail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Первые/последние строки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Копирование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Перемещение/переименование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chmod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Изменение прав доступа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Права доступа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r</a:t>
            </a:r>
            <a:r>
              <a:rPr/>
              <a:t> – чтение</a:t>
            </a:r>
          </a:p>
          <a:p>
            <a:pPr lvl="0"/>
            <a:r>
              <a:rPr>
                <a:latin typeface="Courier"/>
              </a:rPr>
              <a:t>w</a:t>
            </a:r>
            <a:r>
              <a:rPr/>
              <a:t> – запись</a:t>
            </a:r>
          </a:p>
          <a:p>
            <a:pPr lvl="0"/>
            <a:r>
              <a:rPr>
                <a:latin typeface="Courier"/>
              </a:rPr>
              <a:t>x</a:t>
            </a:r>
            <a:r>
              <a:rPr/>
              <a:t> – выполнение</a:t>
            </a:r>
          </a:p>
          <a:p>
            <a:pPr lvl="0"/>
            <a:r>
              <a:rPr>
                <a:latin typeface="Courier"/>
              </a:rPr>
              <a:t>u</a:t>
            </a:r>
            <a:r>
              <a:rPr/>
              <a:t> – владелец</a:t>
            </a:r>
          </a:p>
          <a:p>
            <a:pPr lvl="0"/>
            <a:r>
              <a:rPr>
                <a:latin typeface="Courier"/>
              </a:rPr>
              <a:t>g</a:t>
            </a:r>
            <a:r>
              <a:rPr/>
              <a:t> – группа</a:t>
            </a:r>
          </a:p>
          <a:p>
            <a:pPr lvl="0"/>
            <a:r>
              <a:rPr>
                <a:latin typeface="Courier"/>
              </a:rPr>
              <a:t>o</a:t>
            </a:r>
            <a:r>
              <a:rPr/>
              <a:t> – остальные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Анализ ФС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mount</a:t>
            </a:r>
            <a:r>
              <a:rPr/>
              <a:t> – смонтированные ФС</a:t>
            </a:r>
          </a:p>
          <a:p>
            <a:pPr lvl="0"/>
            <a:r>
              <a:rPr>
                <a:latin typeface="Courier"/>
              </a:rPr>
              <a:t>df -h</a:t>
            </a:r>
            <a:r>
              <a:rPr/>
              <a:t> – использование диска</a:t>
            </a:r>
          </a:p>
          <a:p>
            <a:pPr lvl="0"/>
            <a:r>
              <a:rPr>
                <a:latin typeface="Courier"/>
              </a:rPr>
              <a:t>du -sh</a:t>
            </a:r>
            <a:r>
              <a:rPr/>
              <a:t> – размер каталога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Навыки работы с файлами и ФС – основа администрирования Linux.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№7: Анализ файловой системы Linux</dc:title>
  <dc:creator>LISSOM BAYEM ODILLON NATHANAEL</dc:creator>
  <cp:keywords/>
  <dcterms:created xsi:type="dcterms:W3CDTF">2026-06-22T06:45:35Z</dcterms:created>
  <dcterms:modified xsi:type="dcterms:W3CDTF">2026-06-22T06:45:35Z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/>
  </property>
</Properties>
</file>