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8" Type="http://schemas.openxmlformats.org/officeDocument/2006/relationships/viewProps" Target="viewProps.xml" /><Relationship Id="rId7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10" Type="http://schemas.openxmlformats.org/officeDocument/2006/relationships/tableStyles" Target="tableStyles.xml" /><Relationship Id="rId9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Лабораторная работа №12: Программирование в bash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br/>
            <a:br/>
            <a:r>
              <a:rPr/>
              <a:t>LISSOM BAYEM ODILLON NATHANAEL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Цель работы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Изучить основы программирования в оболочке bash</a:t>
            </a:r>
          </a:p>
          <a:p>
            <a:pPr lvl="0"/>
            <a:r>
              <a:rPr/>
              <a:t>Научиться писать командные файлы (скрипты)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Переменные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>
                <a:latin typeface="Courier"/>
              </a:rPr>
              <a:t>var=value</a:t>
            </a:r>
            <a:r>
              <a:rPr/>
              <a:t> (без пробелов)</a:t>
            </a:r>
          </a:p>
          <a:p>
            <a:pPr lvl="0"/>
            <a:r>
              <a:rPr/>
              <a:t>Использование: </a:t>
            </a:r>
            <a:r>
              <a:rPr>
                <a:latin typeface="Courier"/>
              </a:rPr>
              <a:t>$var</a:t>
            </a:r>
            <a:r>
              <a:rPr/>
              <a:t> или </a:t>
            </a:r>
            <a:r>
              <a:rPr>
                <a:latin typeface="Courier"/>
              </a:rPr>
              <a:t>${var}</a:t>
            </a:r>
          </a:p>
          <a:p>
            <a:pPr lvl="0"/>
            <a:r>
              <a:rPr/>
              <a:t>Массивы: </a:t>
            </a:r>
            <a:r>
              <a:rPr>
                <a:latin typeface="Courier"/>
              </a:rPr>
              <a:t>arr=(a b c)</a:t>
            </a:r>
            <a:r>
              <a:rPr/>
              <a:t>; </a:t>
            </a:r>
            <a:r>
              <a:rPr>
                <a:latin typeface="Courier"/>
              </a:rPr>
              <a:t>${arr[0]}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Арифметика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>
                <a:latin typeface="Courier"/>
              </a:rPr>
              <a:t>let a=5+3</a:t>
            </a:r>
          </a:p>
          <a:p>
            <a:pPr lvl="0"/>
            <a:r>
              <a:rPr>
                <a:latin typeface="Courier"/>
              </a:rPr>
              <a:t>(( a = 5 + 3 ))</a:t>
            </a:r>
          </a:p>
          <a:p>
            <a:pPr lvl="0"/>
            <a:r>
              <a:rPr>
                <a:latin typeface="Courier"/>
              </a:rPr>
              <a:t>$(( a + b ))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Условные операторы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```bash if [ condition ]; then commands elif [ condition ]; then commands else commands fifor var in list; do commands done</a:t>
            </a:r>
          </a:p>
          <a:p>
            <a:pPr lvl="0" indent="0" marL="0">
              <a:buNone/>
            </a:pPr>
            <a:r>
              <a:rPr/>
              <a:t>while [ condition ]; do commands done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Лабораторная работа №12: Программирование в bash</dc:title>
  <dc:creator>LISSOM BAYEM ODILLON NATHANAEL</dc:creator>
  <cp:keywords/>
  <dcterms:created xsi:type="dcterms:W3CDTF">2026-05-02T19:57:12Z</dcterms:created>
  <dcterms:modified xsi:type="dcterms:W3CDTF">2026-05-02T19:57:12Z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date">
    <vt:lpwstr/>
  </property>
</Properties>
</file>