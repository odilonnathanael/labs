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№4: Продвинутое использование git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02/09/2026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Освоить Gitflow</a:t>
            </a:r>
          </a:p>
          <a:p>
            <a:pPr lvl="0"/>
            <a:r>
              <a:rPr/>
              <a:t>Conventional Commits</a:t>
            </a:r>
          </a:p>
          <a:p>
            <a:pPr lvl="0"/>
            <a:r>
              <a:rPr/>
              <a:t>Семантическое версионирование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– релизы</a:t>
            </a:r>
          </a:p>
          <a:p>
            <a:pPr lvl="0"/>
            <a:r>
              <a:rPr/>
              <a:t>develop – разработка</a:t>
            </a:r>
          </a:p>
          <a:p>
            <a:pPr lvl="0"/>
            <a:r>
              <a:rPr/>
              <a:t>feature – новые функции</a:t>
            </a:r>
          </a:p>
          <a:p>
            <a:pPr lvl="0"/>
            <a:r>
              <a:rPr/>
              <a:t>release – подготовка релиза</a:t>
            </a:r>
          </a:p>
          <a:p>
            <a:pPr lvl="0"/>
            <a:r>
              <a:rPr/>
              <a:t>hotfix – исправления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Conventional Commits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cd ~/lab/lab04</a:t>
            </a:r>
          </a:p>
          <a:p>
            <a:pPr lvl="0" indent="0" marL="0">
              <a:buNone/>
            </a:pPr>
            <a:r>
              <a:rPr/>
              <a:t>cat &gt; Makefile &lt;&lt; ‘EOF’ PANDOC = pandoc PDF_ENGINE = –pdf-engine=xelatex -V mainfont=“DejaVu Serif”</a:t>
            </a:r>
          </a:p>
          <a:p>
            <a:pPr lvl="0" indent="0" marL="0">
              <a:buNone/>
            </a:pPr>
            <a:r>
              <a:rPr/>
              <a:t>all: rapport.docx rapport.pdf presentation.pptx</a:t>
            </a:r>
          </a:p>
          <a:p>
            <a:pPr lvl="0" indent="0" marL="0">
              <a:buNone/>
            </a:pPr>
            <a:r>
              <a:rPr/>
              <a:t>rapport.docx: rapport.md $(PANDOC) rapport.md -o rapport.docx</a:t>
            </a:r>
          </a:p>
          <a:p>
            <a:pPr lvl="0" indent="0" marL="0">
              <a:buNone/>
            </a:pPr>
            <a:r>
              <a:rPr/>
              <a:t>rapport.pdf: rapport.md $(PANDOC) rapport.md -o rapport.pdf $(PDF_ENGINE)</a:t>
            </a:r>
          </a:p>
          <a:p>
            <a:pPr lvl="0" indent="0" marL="0">
              <a:buNone/>
            </a:pPr>
            <a:r>
              <a:rPr/>
              <a:t>presentation.pptx: presentation.md $(PANDOC) presentation.md -o presentation.pptx</a:t>
            </a:r>
          </a:p>
          <a:p>
            <a:pPr lvl="0" indent="0" marL="0">
              <a:buNone/>
            </a:pPr>
            <a:r>
              <a:rPr/>
              <a:t>clean: rm -f rapport.docx rapport.pdf presentation.pptx</a:t>
            </a:r>
          </a:p>
          <a:p>
            <a:pPr lvl="0" indent="0" marL="0">
              <a:buNone/>
            </a:pPr>
            <a:r>
              <a:rPr/>
              <a:t>.PHONY: all clean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№4: Продвинутое использование git</dc:title>
  <dc:creator>LISSOM BAYEM ODILLON NATHANAEL</dc:creator>
  <cp:keywords/>
  <dcterms:created xsi:type="dcterms:W3CDTF">2026-09-04T06:15:38Z</dcterms:created>
  <dcterms:modified xsi:type="dcterms:W3CDTF">2026-09-04T06:15:38Z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02/09/2026</vt:lpwstr>
  </property>
</Properties>
</file>