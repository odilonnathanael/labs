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№14: Bash avancé (sémaphores, man, RANDOM)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LISSOM BAYEM ODILLON NATHANAEL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Программирование с синхронизацией (семафоры)</a:t>
            </a:r>
          </a:p>
          <a:p>
            <a:pPr lvl="0"/>
            <a:r>
              <a:rPr/>
              <a:t>Создание аналога </a:t>
            </a:r>
            <a:r>
              <a:rPr>
                <a:latin typeface="Courier"/>
              </a:rPr>
              <a:t>man</a:t>
            </a:r>
          </a:p>
          <a:p>
            <a:pPr lvl="0"/>
            <a:r>
              <a:rPr/>
              <a:t>Генерация случайных последовательностей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Семафор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```bash while [ -f “</a:t>
            </a:r>
            <a:r>
              <a:rPr/>
              <a:t>$LOCKFILE" ]; do
    echo "Attente..."
    sleep 1
done
touch "$</a:t>
            </a:r>
            <a:r>
              <a:rPr/>
              <a:t>LOCKFILE” # utiliser la ressource rm “$LOCKFILE”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№14: Bash avancé (sémaphores, man, RANDOM)</dc:title>
  <dc:creator>LISSOM BAYEM ODILLON NATHANAEL</dc:creator>
  <cp:keywords/>
  <dcterms:created xsi:type="dcterms:W3CDTF">2026-05-16T15:58:57Z</dcterms:created>
  <dcterms:modified xsi:type="dcterms:W3CDTF">2026-05-16T15:58:57Z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</Properties>
</file>