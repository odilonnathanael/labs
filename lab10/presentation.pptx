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Votre Nom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LISSOM BAYEM ODILON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% 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Apprendre vi.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Commandes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 : insertion</a:t>
            </a:r>
          </a:p>
          <a:p>
            <a:pPr lvl="0"/>
            <a:r>
              <a:rPr/>
              <a:t>i : insertion</a:t>
            </a:r>
          </a:p>
          <a:p>
            <a:pPr lvl="0"/>
            <a:r>
              <a:rPr/>
              <a:t>Esc : mode commande</a:t>
            </a:r>
          </a:p>
          <a:p>
            <a:pPr lvl="0"/>
            <a:r>
              <a:rPr/>
              <a:t>:wq : sauver et quitter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</dc:title>
  <dc:creator>Votre Nom</dc:creator>
  <cp:keywords/>
  <dcterms:created xsi:type="dcterms:W3CDTF">2026-04-18T17:28:45Z</dcterms:created>
  <dcterms:modified xsi:type="dcterms:W3CDTF">2026-04-18T17:28:45Z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LISSOM BAYEM ODILON</vt:lpwstr>
  </property>
</Properties>
</file>