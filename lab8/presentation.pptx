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№8: Поиск файлов. Перенаправление ввода-вывода. Процессы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Ваше Имя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Перенаправление потоков (</a:t>
            </a:r>
            <a:r>
              <a:rPr>
                <a:latin typeface="Courier"/>
              </a:rPr>
              <a:t>&gt;</a:t>
            </a:r>
            <a:r>
              <a:rPr/>
              <a:t>, </a:t>
            </a:r>
            <a:r>
              <a:rPr>
                <a:latin typeface="Courier"/>
              </a:rPr>
              <a:t>&gt;&gt;</a:t>
            </a:r>
            <a:r>
              <a:rPr/>
              <a:t>, </a:t>
            </a:r>
            <a:r>
              <a:rPr>
                <a:latin typeface="Courier"/>
              </a:rPr>
              <a:t>2&gt;</a:t>
            </a:r>
            <a:r>
              <a:rPr/>
              <a:t>, </a:t>
            </a:r>
            <a:r>
              <a:rPr>
                <a:latin typeface="Courier"/>
              </a:rPr>
              <a:t>&amp;&gt;</a:t>
            </a:r>
            <a:r>
              <a:rPr/>
              <a:t>)</a:t>
            </a:r>
          </a:p>
          <a:p>
            <a:pPr lvl="0"/>
            <a:r>
              <a:rPr/>
              <a:t>Конвейеры (</a:t>
            </a:r>
            <a:r>
              <a:rPr>
                <a:latin typeface="Courier"/>
              </a:rPr>
              <a:t>|</a:t>
            </a:r>
            <a:r>
              <a:rPr/>
              <a:t>)</a:t>
            </a:r>
          </a:p>
          <a:p>
            <a:pPr lvl="0"/>
            <a:r>
              <a:rPr/>
              <a:t>Поиск файлов (</a:t>
            </a:r>
            <a:r>
              <a:rPr>
                <a:latin typeface="Courier"/>
              </a:rPr>
              <a:t>find</a:t>
            </a:r>
            <a:r>
              <a:rPr/>
              <a:t>, </a:t>
            </a:r>
            <a:r>
              <a:rPr>
                <a:latin typeface="Courier"/>
              </a:rPr>
              <a:t>grep</a:t>
            </a:r>
            <a:r>
              <a:rPr/>
              <a:t>)</a:t>
            </a:r>
          </a:p>
          <a:p>
            <a:pPr lvl="0"/>
            <a:r>
              <a:rPr/>
              <a:t>Управление процессами (фон, </a:t>
            </a:r>
            <a:r>
              <a:rPr>
                <a:latin typeface="Courier"/>
              </a:rPr>
              <a:t>jobs</a:t>
            </a:r>
            <a:r>
              <a:rPr/>
              <a:t>, </a:t>
            </a:r>
            <a:r>
              <a:rPr>
                <a:latin typeface="Courier"/>
              </a:rPr>
              <a:t>kill</a:t>
            </a:r>
            <a:r>
              <a:rPr/>
              <a:t>)</a:t>
            </a:r>
          </a:p>
          <a:p>
            <a:pPr lvl="0"/>
            <a:r>
              <a:rPr/>
              <a:t>Анализ диска (</a:t>
            </a:r>
            <a:r>
              <a:rPr>
                <a:latin typeface="Courier"/>
              </a:rPr>
              <a:t>df</a:t>
            </a:r>
            <a:r>
              <a:rPr/>
              <a:t>, </a:t>
            </a:r>
            <a:r>
              <a:rPr>
                <a:latin typeface="Courier"/>
              </a:rPr>
              <a:t>du</a:t>
            </a:r>
            <a:r>
              <a:rPr/>
              <a:t>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Перенаправление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&gt;</a:t>
            </a:r>
            <a:r>
              <a:rPr/>
              <a:t> : перенаправить stdout (перезапись)</a:t>
            </a:r>
          </a:p>
          <a:p>
            <a:pPr lvl="0"/>
            <a:r>
              <a:rPr>
                <a:latin typeface="Courier"/>
              </a:rPr>
              <a:t>&gt;&gt;</a:t>
            </a:r>
            <a:r>
              <a:rPr/>
              <a:t> : перенаправить stdout (добавление)</a:t>
            </a:r>
          </a:p>
          <a:p>
            <a:pPr lvl="0"/>
            <a:r>
              <a:rPr>
                <a:latin typeface="Courier"/>
              </a:rPr>
              <a:t>2&gt;</a:t>
            </a:r>
            <a:r>
              <a:rPr/>
              <a:t> : перенаправить stderr</a:t>
            </a:r>
          </a:p>
          <a:p>
            <a:pPr lvl="0"/>
            <a:r>
              <a:rPr>
                <a:latin typeface="Courier"/>
              </a:rPr>
              <a:t>&amp;&gt;</a:t>
            </a:r>
            <a:r>
              <a:rPr/>
              <a:t> : перенаправить stdout и stderr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Конвейеры (pipe)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команда1 | команда2</a:t>
            </a:r>
          </a:p>
          <a:p>
            <a:pPr lvl="0"/>
            <a:r>
              <a:rPr/>
              <a:t>Пример: </a:t>
            </a:r>
            <a:r>
              <a:rPr>
                <a:latin typeface="Courier"/>
              </a:rPr>
              <a:t>ls -l | grep ".conf"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Поиск файлов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find</a:t>
            </a:r>
            <a:r>
              <a:rPr/>
              <a:t> : поиск по имени, типу, размеру</a:t>
            </a:r>
          </a:p>
          <a:p>
            <a:pPr lvl="0"/>
            <a:r>
              <a:rPr>
                <a:latin typeface="Courier"/>
              </a:rPr>
              <a:t>grep</a:t>
            </a:r>
            <a:r>
              <a:rPr/>
              <a:t> : поиск по содержимому</a:t>
            </a:r>
          </a:p>
          <a:p>
            <a:pPr lvl="0"/>
            <a:r>
              <a:rPr>
                <a:latin typeface="Courier"/>
              </a:rPr>
              <a:t>grep -r</a:t>
            </a:r>
            <a:r>
              <a:rPr/>
              <a:t> : рекурсивный поиск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Процессы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ps aux</a:t>
            </a:r>
            <a:r>
              <a:rPr/>
              <a:t> : список всех процессов</a:t>
            </a:r>
          </a:p>
          <a:p>
            <a:pPr lvl="0"/>
            <a:r>
              <a:rPr>
                <a:latin typeface="Courier"/>
              </a:rPr>
              <a:t>&amp;</a:t>
            </a:r>
            <a:r>
              <a:rPr/>
              <a:t> : запуск в фоне</a:t>
            </a:r>
          </a:p>
          <a:p>
            <a:pPr lvl="0"/>
            <a:r>
              <a:rPr>
                <a:latin typeface="Courier"/>
              </a:rPr>
              <a:t>jobs</a:t>
            </a:r>
            <a:r>
              <a:rPr/>
              <a:t> : список задач оболочки</a:t>
            </a:r>
          </a:p>
          <a:p>
            <a:pPr lvl="0"/>
            <a:r>
              <a:rPr>
                <a:latin typeface="Courier"/>
              </a:rPr>
              <a:t>kill PID</a:t>
            </a:r>
            <a:r>
              <a:rPr/>
              <a:t> : завершить процесс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Анализ диска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df -h</a:t>
            </a:r>
            <a:r>
              <a:rPr/>
              <a:t> : свободное место на дисках</a:t>
            </a:r>
          </a:p>
          <a:p>
            <a:pPr lvl="0"/>
            <a:r>
              <a:rPr>
                <a:latin typeface="Courier"/>
              </a:rPr>
              <a:t>du -sh ~</a:t>
            </a:r>
            <a:r>
              <a:rPr/>
              <a:t> : размер домашнего каталога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Базовые навыки администрирования Linux.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№8: Поиск файлов. Перенаправление ввода-вывода. Процессы</dc:title>
  <dc:creator>Ваше Имя</dc:creator>
  <cp:keywords/>
  <dcterms:created xsi:type="dcterms:W3CDTF">2026-04-03T06:10:05Z</dcterms:created>
  <dcterms:modified xsi:type="dcterms:W3CDTF">2026-04-03T06:10:05Z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</Properties>
</file>