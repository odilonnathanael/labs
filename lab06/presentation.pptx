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 &gt; presentation.md &lt;&lt; ‘EOF’ % Лабораторная работа №6: Основы командной строки % LISSOM BAYEM ODILLON NATHANAEL % 04/09/2026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Commandes de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pwd</a:t>
            </a:r>
            <a:r>
              <a:rPr/>
              <a:t> : chemin absolu</a:t>
            </a:r>
          </a:p>
          <a:p>
            <a:pPr lvl="0"/>
            <a:r>
              <a:rPr>
                <a:latin typeface="Courier"/>
              </a:rPr>
              <a:t>cd</a:t>
            </a:r>
            <a:r>
              <a:rPr/>
              <a:t> : changer de répertoire</a:t>
            </a:r>
          </a:p>
          <a:p>
            <a:pPr lvl="0"/>
            <a:r>
              <a:rPr>
                <a:latin typeface="Courier"/>
              </a:rPr>
              <a:t>ls</a:t>
            </a:r>
            <a:r>
              <a:rPr/>
              <a:t> : lister</a:t>
            </a:r>
          </a:p>
          <a:p>
            <a:pPr lvl="1"/>
            <a:r>
              <a:rPr>
                <a:latin typeface="Courier"/>
              </a:rPr>
              <a:t>-l</a:t>
            </a:r>
            <a:r>
              <a:rPr/>
              <a:t> : détails</a:t>
            </a:r>
          </a:p>
          <a:p>
            <a:pPr lvl="1"/>
            <a:r>
              <a:rPr>
                <a:latin typeface="Courier"/>
              </a:rPr>
              <a:t>-a</a:t>
            </a:r>
            <a:r>
              <a:rPr/>
              <a:t> : fichiers cachés</a:t>
            </a:r>
          </a:p>
          <a:p>
            <a:pPr lvl="1"/>
            <a:r>
              <a:rPr>
                <a:latin typeface="Courier"/>
              </a:rPr>
              <a:t>-F</a:t>
            </a:r>
            <a:r>
              <a:rPr/>
              <a:t> : type</a:t>
            </a:r>
          </a:p>
          <a:p>
            <a:pPr lvl="1"/>
            <a:r>
              <a:rPr>
                <a:latin typeface="Courier"/>
              </a:rPr>
              <a:t>-R</a:t>
            </a:r>
            <a:r>
              <a:rPr/>
              <a:t> : récursif</a:t>
            </a:r>
          </a:p>
          <a:p>
            <a:pPr lvl="1"/>
            <a:r>
              <a:rPr>
                <a:latin typeface="Courier"/>
              </a:rPr>
              <a:t>-t</a:t>
            </a:r>
            <a:r>
              <a:rPr/>
              <a:t> : tri par date</a:t>
            </a:r>
          </a:p>
          <a:p>
            <a:pPr lvl="0"/>
            <a:r>
              <a:rPr>
                <a:latin typeface="Courier"/>
              </a:rPr>
              <a:t>mkdir</a:t>
            </a:r>
            <a:r>
              <a:rPr/>
              <a:t> : créer un dossier</a:t>
            </a:r>
          </a:p>
          <a:p>
            <a:pPr lvl="0"/>
            <a:r>
              <a:rPr>
                <a:latin typeface="Courier"/>
              </a:rPr>
              <a:t>rmdir</a:t>
            </a:r>
            <a:r>
              <a:rPr/>
              <a:t> : supprimer un dossier vide</a:t>
            </a:r>
          </a:p>
          <a:p>
            <a:pPr lvl="0"/>
            <a:r>
              <a:rPr>
                <a:latin typeface="Courier"/>
              </a:rPr>
              <a:t>man</a:t>
            </a:r>
            <a:r>
              <a:rPr/>
              <a:t> : consulter l’aide</a:t>
            </a:r>
          </a:p>
          <a:p>
            <a:pPr lvl="0"/>
            <a:r>
              <a:rPr>
                <a:latin typeface="Courier"/>
              </a:rPr>
              <a:t>history</a:t>
            </a:r>
            <a:r>
              <a:rPr/>
              <a:t> : historique des commandes EOF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2026-09-04T09:11:05Z</dcterms:created>
  <dcterms:modified xsi:type="dcterms:W3CDTF">2026-09-04T09:11:05Z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