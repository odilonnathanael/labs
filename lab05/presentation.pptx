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№5: pass и chezmoi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LISSOM BAYEM ODILLON NATHANAEL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менеджер паролей </a:t>
            </a:r>
            <a:r>
              <a:rPr>
                <a:latin typeface="Courier"/>
              </a:rPr>
              <a:t>pass</a:t>
            </a:r>
          </a:p>
          <a:p>
            <a:pPr lvl="0"/>
            <a:r>
              <a:rPr/>
              <a:t>Изучить систему управления dotfiles </a:t>
            </a:r>
            <a:r>
              <a:rPr>
                <a:latin typeface="Courier"/>
              </a:rPr>
              <a:t>chezmoi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Основные команды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pass init &lt;gpg-id&gt;</a:t>
            </a:r>
            <a:r>
              <a:rPr/>
              <a:t> – инициализация хранилища</a:t>
            </a:r>
          </a:p>
          <a:p>
            <a:pPr lvl="0"/>
            <a:r>
              <a:rPr>
                <a:latin typeface="Courier"/>
              </a:rPr>
              <a:t>pass insert &lt;name&gt;</a:t>
            </a:r>
            <a:r>
              <a:rPr/>
              <a:t> – добавить пароль</a:t>
            </a:r>
          </a:p>
          <a:p>
            <a:pPr lvl="0"/>
            <a:r>
              <a:rPr>
                <a:latin typeface="Courier"/>
              </a:rPr>
              <a:t>pass &lt;name&gt;</a:t>
            </a:r>
            <a:r>
              <a:rPr/>
              <a:t> – показать пароль</a:t>
            </a:r>
          </a:p>
          <a:p>
            <a:pPr lvl="0"/>
            <a:r>
              <a:rPr>
                <a:latin typeface="Courier"/>
              </a:rPr>
              <a:t>pass generate &lt;name&gt; &lt;length&gt;</a:t>
            </a:r>
            <a:r>
              <a:rPr/>
              <a:t> – сгенерировать пароль</a:t>
            </a:r>
          </a:p>
          <a:p>
            <a:pPr lvl="0"/>
            <a:r>
              <a:rPr>
                <a:latin typeface="Courier"/>
              </a:rPr>
              <a:t>pass git init</a:t>
            </a:r>
            <a:r>
              <a:rPr/>
              <a:t> / </a:t>
            </a:r>
            <a:r>
              <a:rPr>
                <a:latin typeface="Courier"/>
              </a:rPr>
              <a:t>push</a:t>
            </a:r>
            <a:r>
              <a:rPr/>
              <a:t> / </a:t>
            </a:r>
            <a:r>
              <a:rPr>
                <a:latin typeface="Courier"/>
              </a:rPr>
              <a:t>pull</a:t>
            </a:r>
            <a:r>
              <a:rPr/>
              <a:t> – синхронизация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Основные команды chezmoi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chezmoi init &lt;repo&gt;</a:t>
            </a:r>
            <a:r>
              <a:rPr/>
              <a:t> – инициализация</a:t>
            </a:r>
          </a:p>
          <a:p>
            <a:pPr lvl="0"/>
            <a:r>
              <a:rPr>
                <a:latin typeface="Courier"/>
              </a:rPr>
              <a:t>chezmoi add &lt;file&gt;</a:t>
            </a:r>
            <a:r>
              <a:rPr/>
              <a:t> – добавить файл</a:t>
            </a:r>
          </a:p>
          <a:p>
            <a:pPr lvl="0"/>
            <a:r>
              <a:rPr>
                <a:latin typeface="Courier"/>
              </a:rPr>
              <a:t>chezmoi apply</a:t>
            </a:r>
            <a:r>
              <a:rPr/>
              <a:t> – применить изменения</a:t>
            </a:r>
          </a:p>
          <a:p>
            <a:pPr lvl="0"/>
            <a:r>
              <a:rPr>
                <a:latin typeface="Courier"/>
              </a:rPr>
              <a:t>chezmoi diff</a:t>
            </a:r>
            <a:r>
              <a:rPr/>
              <a:t> – показать различия</a:t>
            </a:r>
          </a:p>
          <a:p>
            <a:pPr lvl="0"/>
            <a:r>
              <a:rPr>
                <a:latin typeface="Courier"/>
              </a:rPr>
              <a:t>chezmoi update</a:t>
            </a:r>
            <a:r>
              <a:rPr/>
              <a:t> – обновить из репозитория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Пример настройки новой машины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```bash chezmoi init –apply https://github.com/user/dotfiles.git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№5: pass и chezmoi</dc:title>
  <dc:creator>LISSOM BAYEM ODILLON NATHANAEL</dc:creator>
  <cp:keywords/>
  <dcterms:created xsi:type="dcterms:W3CDTF">2026-05-25T04:24:19Z</dcterms:created>
  <dcterms:modified xsi:type="dcterms:W3CDTF">2026-05-25T04:24:19Z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</Properties>
</file>