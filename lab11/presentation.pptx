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Лабораторная работа №11: Текстовой редактор emacs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LISSOM BAYEM ODILLON NATHANAEL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Цель работы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Познакомиться с Emacs</a:t>
            </a:r>
          </a:p>
          <a:p>
            <a:pPr lvl="0"/>
            <a:r>
              <a:rPr/>
              <a:t>Получить практические навыки работы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Основные понятия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Буфер</a:t>
            </a:r>
            <a:r>
              <a:rPr/>
              <a:t> – текст в памяти</a:t>
            </a:r>
          </a:p>
          <a:p>
            <a:pPr lvl="0"/>
            <a:r>
              <a:rPr b="1"/>
              <a:t>Фрейм</a:t>
            </a:r>
            <a:r>
              <a:rPr/>
              <a:t> – окно приложения</a:t>
            </a:r>
          </a:p>
          <a:p>
            <a:pPr lvl="0"/>
            <a:r>
              <a:rPr b="1"/>
              <a:t>Окно</a:t>
            </a:r>
            <a:r>
              <a:rPr/>
              <a:t> – область, отображающая буфер</a:t>
            </a:r>
          </a:p>
          <a:p>
            <a:pPr lvl="0"/>
            <a:r>
              <a:rPr b="1"/>
              <a:t>Точка вставки</a:t>
            </a:r>
            <a:r>
              <a:rPr/>
              <a:t> – место вставки/удаления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Команды (C=Ctrl, M=Alt)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Команда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Действие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C-x C-f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Открыть файл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C-x C-s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Сохранить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C-x C-c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Выйти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C-x C-b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Список буферов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C-x 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Переключить буфер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C-x 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Закрыть окно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C-x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Одно окно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C-x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Разделить по горизонтали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C-x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Разделить по вертикали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C-s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Поиск вперёд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Поиск назад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M-%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Замена с запросом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C-g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Отменить операцию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C-x u (C-/)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Отменить правку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C-k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Вырезать строку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C-y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Вставить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C-space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Начать выделение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M-w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Копировать выделенное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C-w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Вырезать выделенное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Управление окнами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C-x 3</a:t>
            </a:r>
            <a:r>
              <a:rPr/>
              <a:t> → два окна по вертикали</a:t>
            </a:r>
          </a:p>
          <a:p>
            <a:pPr lvl="0"/>
            <a:r>
              <a:rPr>
                <a:latin typeface="Courier"/>
              </a:rPr>
              <a:t>C-x 2</a:t>
            </a:r>
            <a:r>
              <a:rPr/>
              <a:t> → два окна по горизонтали</a:t>
            </a:r>
          </a:p>
          <a:p>
            <a:pPr lvl="0"/>
            <a:r>
              <a:rPr>
                <a:latin typeface="Courier"/>
              </a:rPr>
              <a:t>C-x 3</a:t>
            </a:r>
            <a:r>
              <a:rPr/>
              <a:t> puis </a:t>
            </a:r>
            <a:r>
              <a:rPr>
                <a:latin typeface="Courier"/>
              </a:rPr>
              <a:t>C-x 2</a:t>
            </a:r>
            <a:r>
              <a:rPr/>
              <a:t> dans chaque moitié → </a:t>
            </a:r>
            <a:r>
              <a:rPr b="1"/>
              <a:t>4 окна</a:t>
            </a:r>
          </a:p>
        </p:txBody>
      </p:sp>
      <p:pic>
        <p:nvPicPr>
          <p:cNvPr descr="images/emacs_split_window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4 окна Emacs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Поиск и замена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C-s</a:t>
            </a:r>
            <a:r>
              <a:rPr/>
              <a:t> – поиск вперёд</a:t>
            </a:r>
          </a:p>
          <a:p>
            <a:pPr lvl="0"/>
            <a:r>
              <a:rPr>
                <a:latin typeface="Courier"/>
              </a:rPr>
              <a:t>M-%</a:t>
            </a:r>
            <a:r>
              <a:rPr/>
              <a:t> – замена (что → на что, </a:t>
            </a:r>
            <a:r>
              <a:rPr>
                <a:latin typeface="Courier"/>
              </a:rPr>
              <a:t>!</a:t>
            </a:r>
            <a:r>
              <a:rPr/>
              <a:t> pour tout remplacer)</a:t>
            </a:r>
          </a:p>
        </p:txBody>
      </p:sp>
      <p:pic>
        <p:nvPicPr>
          <p:cNvPr descr="images/emacs_searc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31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Поиск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Замена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Справка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C-h t</a:t>
            </a:r>
            <a:r>
              <a:rPr/>
              <a:t> – учебник</a:t>
            </a:r>
          </a:p>
          <a:p>
            <a:pPr lvl="0"/>
            <a:r>
              <a:rPr>
                <a:latin typeface="Courier"/>
              </a:rPr>
              <a:t>C-h f</a:t>
            </a:r>
            <a:r>
              <a:rPr/>
              <a:t> – описание функции</a:t>
            </a:r>
          </a:p>
          <a:p>
            <a:pPr lvl="0"/>
            <a:r>
              <a:rPr>
                <a:latin typeface="Courier"/>
              </a:rPr>
              <a:t>C-h k</a:t>
            </a:r>
            <a:r>
              <a:rPr/>
              <a:t> – описание комбинации клавиш</a:t>
            </a:r>
          </a:p>
          <a:p>
            <a:pPr lvl="0"/>
            <a:r>
              <a:rPr>
                <a:latin typeface="Courier"/>
              </a:rPr>
              <a:t>C-h i</a:t>
            </a:r>
            <a:r>
              <a:rPr/>
              <a:t> – документация Info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Заключение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Emacs – очень мощный, но сложный для новичка редактор</a:t>
            </a:r>
          </a:p>
          <a:p>
            <a:pPr lvl="0"/>
            <a:r>
              <a:rPr/>
              <a:t>Преимущество: расширяемость и огромное количество функций</a:t>
            </a:r>
          </a:p>
          <a:p>
            <a:pPr lvl="0"/>
            <a:r>
              <a:rPr/>
              <a:t>Требует запоминания многих комбинаций клавиш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Лабораторная работа №11: Текстовой редактор emacs</dc:title>
  <dc:creator>LISSOM BAYEM ODILLON NATHANAEL</dc:creator>
  <cp:keywords/>
  <dcterms:created xsi:type="dcterms:W3CDTF">2026-05-02T18:37:59Z</dcterms:created>
  <dcterms:modified xsi:type="dcterms:W3CDTF">2026-05-02T18:37:59Z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/>
  </property>
</Properties>
</file>