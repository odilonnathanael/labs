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№13: Программирование в bash (ветвления, циклы)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LISSOM BAYEM ODILLON NATHANAEL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Освоить </a:t>
            </a:r>
            <a:r>
              <a:rPr>
                <a:latin typeface="Courier"/>
              </a:rPr>
              <a:t>getopts</a:t>
            </a:r>
          </a:p>
          <a:p>
            <a:pPr lvl="0"/>
            <a:r>
              <a:rPr/>
              <a:t>Использовать коды возврата</a:t>
            </a:r>
          </a:p>
          <a:p>
            <a:pPr lvl="0"/>
            <a:r>
              <a:rPr/>
              <a:t>Управлять файлами через циклы</a:t>
            </a:r>
          </a:p>
          <a:p>
            <a:pPr lvl="0"/>
            <a:r>
              <a:rPr/>
              <a:t>Применять </a:t>
            </a:r>
            <a:r>
              <a:rPr>
                <a:latin typeface="Courier"/>
              </a:rPr>
              <a:t>find -mtime</a:t>
            </a:r>
            <a:r>
              <a:rPr/>
              <a:t> et </a:t>
            </a:r>
            <a:r>
              <a:rPr>
                <a:latin typeface="Courier"/>
              </a:rPr>
              <a:t>tar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getopts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```bash while getopts “i:o:p:Cn” opt; do case </a:t>
            </a:r>
            <a:r>
              <a:rPr/>
              <a:t>$opt in
    i) input="$</a:t>
            </a:r>
            <a:r>
              <a:rPr/>
              <a:t>OPTARG” ;; C) case_sensitive=“-i” ;; esac done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№13: Программирование в bash (ветвления, циклы)</dc:title>
  <dc:creator>LISSOM BAYEM ODILLON NATHANAEL</dc:creator>
  <cp:keywords/>
  <dcterms:created xsi:type="dcterms:W3CDTF">2026-05-09T19:41:20Z</dcterms:created>
  <dcterms:modified xsi:type="dcterms:W3CDTF">2026-05-09T19:41:20Z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</Properties>
</file>